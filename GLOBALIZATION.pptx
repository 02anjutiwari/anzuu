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AF80-6543-4CC7-B25B-8B249167B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177F1-671D-471B-8874-FFACBD069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9C76-3A51-4DBA-862F-D0B5D7C8E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6C28F-0C9D-40C8-BED3-1F74D066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F5D1B-C8BA-411B-8BA0-7E98BF86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5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BC60-995D-4EF7-B232-E731056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D5C06-ACE8-4BE7-BCB9-3F1BDA210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3C170-19EE-4DD2-90F7-DFA0ED49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81865-38A2-4DD4-BC32-1B86044D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C3968-1F21-4BCB-B63B-1810FE19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5BF4-5FCC-4EB0-B633-825B5CF9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01EBC-FC1B-48EE-9B55-15B2FBDC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46C94-E7C8-4089-9D0C-D51819A7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4218C-BCDA-4239-98DC-8717FB7C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289A1-1CF1-47E2-8AEB-159F8601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9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80AE-8EF1-4802-B3F0-F0C55CEA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BC7F-9676-45EE-93C6-E8830BDEA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A323F-3DDA-4741-A64B-CEA91DFC4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99426-793B-48D1-B3A3-06C560B3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60DF8-7A1A-4CC9-AE8E-63E6FD01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190C9-4614-4934-B691-D269C565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3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523F-2950-42B7-99D9-17672EBF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E93B-6A53-44CA-AC56-11AEF0F7F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DE7C4-E004-4CB1-ADF1-BB7348E24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73542-86C3-44DC-8FE1-22E1A01D4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CBC53-5F70-4B4F-88DD-7D4A7A894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55DFF-CDB6-4202-BB2C-4BEF8969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CCD7E-4A58-4097-BDD8-7166F3D1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12C81-0A18-4F66-AF7C-0479470C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4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1207-C8F2-42B9-8F21-2B9A9A3B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71694-5B0D-47D7-B503-39B8D6A1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993C8-2763-4162-9E18-9DD068DD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302CB-3BEE-4A06-8477-71FDF299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8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68564-57A0-4F5A-8FD5-4BBFAB38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48C2D-4DB0-4604-9EBE-0CEFE50A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8A055-C02F-43ED-936E-E97DDBC2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7803-0112-4C7C-912C-BB646681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9C966-C27B-4057-9A5F-8A40150E8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287CB-5068-4B39-BE6E-9DB41FC42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A0D92-0BC8-49BA-80F0-09224251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1ED6D-8701-45E7-A837-9B2C28E4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10061-E19C-479E-A9AA-E9D29A38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E017-7650-4D38-B6CB-4435C560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D7ECB-92AC-45C1-8781-2F9D26217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937FD-3BBC-434D-929F-DF3E1B9B8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EA102-F587-4E95-BAF1-34423901A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9C028-6B75-4C63-AB23-52927807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786EA-1D92-4833-A03F-06A40B9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8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DD3B-7306-4A4A-9269-7A12F6FB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0B4DE-14B6-46A7-AAEA-4962D285D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C1B59-8ED2-4DD4-808C-0A59463D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0BC5F-6128-4261-B96C-942BC1B4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68616-7E81-450C-A10A-B521A25B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0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351A5-AAEE-450B-B39A-C674B94E2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D935F-FC46-42C9-B8CB-F46FDEC1C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11348-133F-469C-9E01-0F18C6DE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C58CF-472A-44A5-AF65-6ACE0BB99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430FD-EFCD-4794-BE6B-A2FD4DAC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4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85D16B-C6D9-4A62-8146-07327802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2F3C8-73CD-46ED-BC1F-9C9206FF1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A0B94-DEEE-4CAE-A90E-70AD4261F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2AA3B-ADC1-4FAE-93E2-1A53A04B16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FD6A4-0103-4753-9CBE-EE3CDB8D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0183C-7507-471E-8272-37899BDB9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27876-3DEA-49D2-A74B-775B037F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4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051C-07CC-4453-BE0C-8C577D7F4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GLOBALIZATION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75C94-72ED-449D-B9FF-DF8310B33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Globalization refers to the process of increased interdependence among </a:t>
            </a:r>
            <a:r>
              <a:rPr lang="en-US"/>
              <a:t>countrie</a:t>
            </a:r>
          </a:p>
        </p:txBody>
      </p:sp>
    </p:spTree>
    <p:extLst>
      <p:ext uri="{BB962C8B-B14F-4D97-AF65-F5344CB8AC3E}">
        <p14:creationId xmlns:p14="http://schemas.microsoft.com/office/powerpoint/2010/main" val="313625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GLOBALIZATION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GLOBALIZATION</dc:title>
  <dc:creator>Anju Tiwari</dc:creator>
  <cp:lastModifiedBy>Anju Tiwari</cp:lastModifiedBy>
  <cp:revision>1</cp:revision>
  <dcterms:created xsi:type="dcterms:W3CDTF">2024-11-16T03:20:53Z</dcterms:created>
  <dcterms:modified xsi:type="dcterms:W3CDTF">2024-11-16T03:20:53Z</dcterms:modified>
</cp:coreProperties>
</file>